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Cairo Weather Data, 2025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daily temperature: trend, seasonality, stationarity, and correlations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1750">
            <a:solidFill>
              <a:srgbClr val="E07A3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" cy="77724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181051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2025-01-01 to 2025-12-31.csv — daily weather records for Cairo across 2025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82296" cy="77724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620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286207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datetime column was parsed and set as the DataFrame index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2296" cy="77724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136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removed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39136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severerisk and preciptype were dropped from the dataset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82296" cy="77724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6519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used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496519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precip, humidity, windspeed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STATISTICS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&amp; Precipitation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23.4°C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11.2° – 34.7°C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 max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 NO RAIN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year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PRECIPITATION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9828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mm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982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followed normal seasonal changes throughout the year</a:t>
            </a:r>
            <a:endParaRPr lang="en-US" sz="19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stayed very low and infrequent — consistent with Cairo's dry climate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Numeric Variables</a:t>
            </a:r>
            <a:endParaRPr lang="en-US" sz="2800" dirty="0"/>
          </a:p>
        </p:txBody>
      </p:sp>
      <p:pic>
        <p:nvPicPr>
          <p:cNvPr id="4" name="Image 0" descr="imgs/cell1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5616" y="1371600"/>
            <a:ext cx="4617720" cy="3843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3978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of all numeric weather variables for 2025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shows a fairly normal, spread-out distribution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 is heavily skewed near zero — most days had no rain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Temperature Over Time</a:t>
            </a:r>
            <a:endParaRPr lang="en-US" sz="2800" dirty="0"/>
          </a:p>
        </p:txBody>
      </p:sp>
      <p:pic>
        <p:nvPicPr>
          <p:cNvPr id="4" name="Image 0" descr="imgs/cell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417320"/>
            <a:ext cx="8778240" cy="335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02936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from winter into summer, peaking in July and August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falls toward the end of the year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 pattern, with normal daily fluctuations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Statistics (30-Day Window)</a:t>
            </a:r>
            <a:endParaRPr lang="en-US" sz="2800" dirty="0"/>
          </a:p>
        </p:txBody>
      </p:sp>
      <p:pic>
        <p:nvPicPr>
          <p:cNvPr id="4" name="Image 0" descr="imgs/cell1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417320"/>
            <a:ext cx="8778240" cy="335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02936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rolling mean smooths daily temperature to reveal the seasonal trend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rolling standard deviation shows how variability changes across the year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periods are more stable than others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Temperature Distribution</a:t>
            </a:r>
            <a:endParaRPr lang="en-US" sz="2800" dirty="0"/>
          </a:p>
        </p:txBody>
      </p:sp>
      <p:pic>
        <p:nvPicPr>
          <p:cNvPr id="4" name="Image 0" descr="imgs/cell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552" y="1371600"/>
            <a:ext cx="4453847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months show the lowest temperatures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months — especially July and August — show the highest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temperatures also varies month to month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Trend, Seasonality &amp; Residual</a:t>
            </a:r>
            <a:endParaRPr lang="en-US" sz="2800" dirty="0"/>
          </a:p>
        </p:txBody>
      </p:sp>
      <p:pic>
        <p:nvPicPr>
          <p:cNvPr id="4" name="Image 0" descr="imgs/cell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631" y="1371600"/>
            <a:ext cx="384169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rises from winter to summer, then falls toward year end</a:t>
            </a:r>
            <a:endParaRPr lang="en-US" sz="19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component shows a repeating annual pattern</a:t>
            </a:r>
            <a:endParaRPr lang="en-US" sz="19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stay mostly centered around zero — most variation is explained by trend and seasonality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STATIONARITY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Augmented Dickey-Fuller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Statistic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-0.997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389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70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2670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4389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369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 (1%)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2369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-3.449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694176"/>
            <a:ext cx="4389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039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 (5%)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38039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-2.870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261104"/>
            <a:ext cx="4389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 (10%)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43708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-2.571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0" y="182880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E07A3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828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Non-Stationary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9280" y="3200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is greater than 0.05 → the series is non-stationary</a:t>
            </a:r>
            <a:endParaRPr lang="en-US" sz="17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Expected, since the data shows both a clear trend and seasonal variation throughout the year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AUTOCORRELATION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ACF — Autocorrelation Function</a:t>
            </a:r>
            <a:endParaRPr lang="en-US" sz="2800" dirty="0"/>
          </a:p>
        </p:txBody>
      </p:sp>
      <p:pic>
        <p:nvPicPr>
          <p:cNvPr id="4" name="Image 0" descr="imgs/cell1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19" y="1371600"/>
            <a:ext cx="4178913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autocorrelation across many lags</a:t>
            </a:r>
            <a:endParaRPr lang="en-US" sz="17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decreases gradually rather than dropping quickly</a:t>
            </a:r>
            <a:endParaRPr lang="en-US" sz="17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values are highly related to previous days — consistent with a non-stationary series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AUTOCORRELATION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PACF — Partial Autocorrelation Function</a:t>
            </a:r>
            <a:endParaRPr lang="en-US" sz="2800" dirty="0"/>
          </a:p>
        </p:txBody>
      </p:sp>
      <p:pic>
        <p:nvPicPr>
          <p:cNvPr id="4" name="Image 0" descr="imgs/cell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19" y="1371600"/>
            <a:ext cx="4178913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correlation at lag 1</a:t>
            </a:r>
            <a:endParaRPr lang="en-US" sz="17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lags are weak or insignificant</a:t>
            </a:r>
            <a:endParaRPr lang="en-US" sz="1700" dirty="0"/>
          </a:p>
          <a:p>
            <a:pPr marL="254000" indent="-254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temperature is mainly influenced by the previous day's, with little direct effect from earlier days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</a:t>
            </a:r>
            <a:endParaRPr lang="en-US" sz="2800" dirty="0"/>
          </a:p>
        </p:txBody>
      </p:sp>
      <p:pic>
        <p:nvPicPr>
          <p:cNvPr id="4" name="Image 0" descr="imgs/cell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672564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828800"/>
            <a:ext cx="82296" cy="118872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humidity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75120" y="223113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-0.45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7512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 — higher humidity, lower temperature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3154680"/>
            <a:ext cx="82296" cy="118872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3154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precip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75120" y="35570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-0.19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7512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0" y="4480560"/>
            <a:ext cx="82296" cy="1188720"/>
          </a:xfrm>
          <a:prstGeom prst="rect">
            <a:avLst/>
          </a:prstGeom>
          <a:solidFill>
            <a:srgbClr val="2A7F7E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windspeed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75120" y="488289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+0.11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675120" y="5303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positive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75120" y="5852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variables have only a small influence on temperature in this dataset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Weather Time Series — 2025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2026-08-02T15:56:54Z</dcterms:created>
  <dcterms:modified xsi:type="dcterms:W3CDTF">2026-08-02T15:56:54Z</dcterms:modified>
</cp:coreProperties>
</file>